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19"/>
  </p:notesMasterIdLst>
  <p:sldIdLst>
    <p:sldId id="262" r:id="rId4"/>
    <p:sldId id="256" r:id="rId5"/>
    <p:sldId id="257" r:id="rId6"/>
    <p:sldId id="258" r:id="rId7"/>
    <p:sldId id="266" r:id="rId8"/>
    <p:sldId id="272" r:id="rId9"/>
    <p:sldId id="261" r:id="rId10"/>
    <p:sldId id="263" r:id="rId11"/>
    <p:sldId id="269" r:id="rId12"/>
    <p:sldId id="268" r:id="rId13"/>
    <p:sldId id="271" r:id="rId14"/>
    <p:sldId id="273" r:id="rId15"/>
    <p:sldId id="270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31C1E-EA97-4770-9D9B-B5D475BC035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D40A-EC1A-4F6F-BB68-EFB07E1011F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65D64-61A9-40CD-B94D-857C621C06A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B2B8-E89D-450D-848F-CCC0D3A8006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1025-BBAB-4BD1-9DF2-DE64D763EA4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A566-B459-4C7A-85E5-C2A7C24A14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3DEA-064E-425A-A301-4B3BA0502A3F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0107-E616-461D-9207-52B0BDAA9751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6DF2-7F2A-4D21-830E-C34D54E5DB26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0C3B-5552-4017-A7F7-1D3DC73ABB6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2C1D-5720-48A1-898D-8041400C55B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40E7-F52A-4119-97FF-78F9513B438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CFB4-31DA-40A2-AE2B-F9FC033D083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65D64-61A9-40CD-B94D-857C621C06A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B2B8-E89D-450D-848F-CCC0D3A8006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1025-BBAB-4BD1-9DF2-DE64D763EA4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A566-B459-4C7A-85E5-C2A7C24A14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3DEA-064E-425A-A301-4B3BA0502A3F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0107-E616-461D-9207-52B0BDAA9751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6DF2-7F2A-4D21-830E-C34D54E5DB26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0C3B-5552-4017-A7F7-1D3DC73ABB6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2C1D-5720-48A1-898D-8041400C55B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40E7-F52A-4119-97FF-78F9513B438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CFB4-31DA-40A2-AE2B-F9FC033D083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8678F-226F-4E2D-9FCF-8D6254E13B7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8678F-226F-4E2D-9FCF-8D6254E13B7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ECE, NMIT, Bengaluru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9B9C-BF50-4540-B2D1-32A225E7564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4655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Project Title: </a:t>
            </a:r>
            <a:endParaRPr lang="en-IN" sz="4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hase-1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CIE Presentation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AY: 202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Nandan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Kuchabal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(1NT23EC090)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Sagar A S 			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		(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1NT23EC134)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Relangi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Mahesh Satya Venkat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Gowd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(1NT23EC127)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Project Supervisor 	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 </a:t>
            </a:r>
            <a:r>
              <a:rPr lang="en-US" sz="15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Amruth</a:t>
            </a:r>
            <a:r>
              <a:rPr lang="en-US" sz="15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Ashok </a:t>
            </a:r>
            <a:r>
              <a:rPr lang="en-US" sz="15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Gadag</a:t>
            </a:r>
            <a:endParaRPr lang="en-US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rPr lang="en-US"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Assistant Professor</a:t>
            </a:r>
            <a:endParaRPr lang="en-US" sz="15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Dept. of Electronics and Communication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Nitte Meenakshi Institute of Technology, Yelahanka, Bangalore-560064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1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2864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Architecture/block diagram (Prototype Level)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implemented in prototype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2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4007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ASR performance decreases in far-field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and reverberation affect speech clarity.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focus on close-talk speech.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robust ASR systems for regional languages.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environments require distant speech processing.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Beamforming can improve speech quality and recognition accuracy.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3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593888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4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628" y="744282"/>
            <a:ext cx="12001107" cy="5609384"/>
          </a:xfrm>
        </p:spPr>
        <p:txBody>
          <a:bodyPr>
            <a:no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He, L. Lu, B. Zhang, J.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Kalgaonkar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Fuegen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“Spatial Attention for Far-Field Speech Recognition with Deep Beamforming Neural Networks”, ICASSP, 2020.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deep learning-based beamforming approach for far-field ASR.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spatial attention mechanisms to enhance target speech signals.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speech recognition performance in noisy environments.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beamforming with neural network-based speech enhancement.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datasets and high computational resources.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Zhang, A. S. Subramanian, X. Chang, S. Watanabe and Y. Qian, “End-to-End Far-Field Speech Recognition with Unified Dereverberation and Beamforming”,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Interspeech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dereverberation and beamforming into a single ASR framework.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recognition accuracy in reverberant far-field environments.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end-to-end optimization for speech enhancement and recognition.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robustness against environmental distortions.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 remains a major challenge.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593888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4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628" y="744282"/>
            <a:ext cx="12001107" cy="5609384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Kumatani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Wu, S. Sundaram, N. Strom and B. Hoffmeister, “Multi-Geometry Spatial Acoustic Modeling for Distant Speech Recognition”, ICASSP, 2019.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distant speech recognition using multiple microphone geometries.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spatial acoustic modeling for far-field environments.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importance of microphone placement.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speech recognition performance in noisy conditions.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calibration and environment-specific tuning.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Wang, Z. Chen and T. Yoshioka, “Neural Speech Separation Using Spatially Distributed Microphones”, IEEE/ACM Transactions on Audio, Speech and Language Processing, 2020.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neural network-based speech separation using multiple microphones.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interference from surrounding speakers and background noise.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recognition accuracy in multi-speaker environments.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spatial filtering with deep learning methods.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heavily on training data diversity.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593888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4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628" y="744282"/>
            <a:ext cx="12001107" cy="5609384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Yoshioka and M. Delcroix, “Neural Network Based Beamforming for Far-Field Speech Recognition”, IEEE Signal Processing Letters, 2017.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neural-network-based beamforming techniques.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speech enhancement for distant speech signals.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adaptive beamforming with ASR systems.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than traditional beamforming methods.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computational requirements for real-time processing.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Chen, J.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Benesty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Y. Huang, “Microphone Array Signal Processing for Speech Enhancement”, IEEE Signal Processing Magazine, 2006.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microphone-array-based speech enhancement methods.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Explained spatial filtering and noise suppression techniques.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effectiveness of beamforming in noisy environments.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speech clarity for far-field communication systems.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decreases in highly dynamic noise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4007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Analysis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2065"/>
            <a:ext cx="12191999" cy="498052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shows that most far-field ASR systems are mainly developed for English and other high-resource languages.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focus on advanced neural beamforming techniques that require high computational resources and large training datasets.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beamforming approaches are tested only in controlled environments and show limited robustness in real-world noisy conditions.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research mainly emphasizes speech enhancement rather than regional-language far-field speech recognition applications.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beamforming techniques with regional-language ASR systems is still limited.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7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293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following are the proposed objectives of the project based on the research gaps:</a:t>
            </a:r>
            <a:endParaRPr lang="en-I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and develop a far-field speech recognition system for a selected regional language using beamforming-based speech enhancement.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implement and analyze beamforming techniques for improving speech quality in noisy and reverberant environments.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performance of the proposed system by comparing speech recognition results before and after beamforming.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150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for prototype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37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/>
                <a:gridCol w="3505199"/>
                <a:gridCol w="35051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Req ID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Functional Requirement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Expected Outcome</a:t>
                      </a:r>
                      <a:endParaRPr lang="en-US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system shall acquire far-field speech input through recorded audio samples.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Speech input is accepted for processing.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system shall apply Delay-and-Sum beamforming for speech enhancement.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Background noise and interference are reduced.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system shall convert enhanced speech into text using ASR.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Recognized text output is generated.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system shall compare speech recognition before and after enhancement.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 improvement is analyzed.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2008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Architecture/block diagram (Prototype Level)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hatGPT Image May 18, 2026, 10_32_5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75" y="850900"/>
            <a:ext cx="3760470" cy="5641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2782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WhatsApp Image 2026-05-18 at 11.15.2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0" y="1252855"/>
            <a:ext cx="7926070" cy="5239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2782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WhatsApp Image 2026-05-18 at 11.16.0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95" y="2215515"/>
            <a:ext cx="10026650" cy="3314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2782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prototype-level far-field speech recognition system was successfully developed using beamforming techniques.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Delay-and-Sum beamforming and preprocessing improved speech quality in noisy environments.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demonstrated speech enhancement and ASR integration using Whisper.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validated the feasibility of beamforming-based far-field speech recognition.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implementing real microphone-array hardware for real-time speech acquisition.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techniques such as MVDR and neural beamforming can be integrated for better performance.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Regional-language ASR accuracy can be improved using larger datasets and optimized models.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into a real-time embedded speech recognition solution for practical applications.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8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82565"/>
            <a:ext cx="12191999" cy="49805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W. He, L. Lu, B. Zhang, J.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Kalgaonkar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Fuegen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“Spatial Attention for Far-Field Speech Recognition with Deep Beamforming Neural Networks,” in ICASSP, 2020. 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W. Zhang, A. S. Subramanian, X. Chang, S. Watanabe and Y. Qian, “End-to-End Far-Field Speech Recognition with Unified Dereverberation and Beamforming,” in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Interspeech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K.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Kumatani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Wu, S. Sundaram, N. Strom and B. Hoffmeister, “Multi-Geometry Spatial Acoustic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Distant Speech Recognition,” in ICASSP, 2019. 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D. Wang, Z. Chen and T. Yoshioka, “Neural Speech Separation Using Spatially Distributed Microphones,” IEEE/ACM Transactions on Audio, Speech and Language Processing, vol. 28, pp. 715–726, 2020. 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Yoshioka and M. Delcroix, “Neural Network Based Beamforming for Far-Field Speech Recognition,” IEEE Signal Processing Letters, vol. 24, no. 6, pp. 855–859, 2017. 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Chen, J.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Benesty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Y. Huang, “Microphone Array Signal Processing for Speech Enhancement,” IEEE Signal Processing Magazine, vol. 23, no. 5, pp. 26–34, 2006.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  9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5809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" y="6492875"/>
            <a:ext cx="12191998" cy="365125"/>
          </a:xfrm>
          <a:solidFill>
            <a:srgbClr val="002060"/>
          </a:solidFill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Engineering, NMIT, Bengaluru                                                                                                                                                                                           10                    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63762" y="3429000"/>
            <a:ext cx="33877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rgbClr val="0070C0"/>
                </a:solidFill>
              </a:rPr>
              <a:t>Thank You</a:t>
            </a:r>
            <a:endParaRPr lang="en-IN" sz="6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11632</Words>
  <Application>WPS Presentation</Application>
  <PresentationFormat>Widescreen</PresentationFormat>
  <Paragraphs>192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Calibri</vt:lpstr>
      <vt:lpstr>Gautami</vt:lpstr>
      <vt:lpstr>Segoe UI Symbol</vt:lpstr>
      <vt:lpstr>Times New Roman</vt:lpstr>
      <vt:lpstr>Microsoft YaHei</vt:lpstr>
      <vt:lpstr>Arial Unicode MS</vt:lpstr>
      <vt:lpstr>Calibri Light</vt:lpstr>
      <vt:lpstr>Office Theme</vt:lpstr>
      <vt:lpstr>1_Office Theme</vt:lpstr>
      <vt:lpstr>Project Title: </vt:lpstr>
      <vt:lpstr>Presentation Outline</vt:lpstr>
      <vt:lpstr>Problem definition</vt:lpstr>
      <vt:lpstr>Literature Survey</vt:lpstr>
      <vt:lpstr>Literature Survey</vt:lpstr>
      <vt:lpstr>Literature Survey</vt:lpstr>
      <vt:lpstr>Research Gap Analysis</vt:lpstr>
      <vt:lpstr>Project Objectives</vt:lpstr>
      <vt:lpstr>Functional requirements for prototype</vt:lpstr>
      <vt:lpstr>Architecture/block diagram (Prototype Level)</vt:lpstr>
      <vt:lpstr>Results and Analysis</vt:lpstr>
      <vt:lpstr>Results and Analysis</vt:lpstr>
      <vt:lpstr>Conclusion and 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Isolated Speech-to-Text System in Kannada Language</dc:title>
  <dc:creator>Thimmaraja Yadava G</dc:creator>
  <cp:lastModifiedBy>Nandan Kuchabal</cp:lastModifiedBy>
  <cp:revision>36</cp:revision>
  <dcterms:created xsi:type="dcterms:W3CDTF">2022-05-04T04:58:00Z</dcterms:created>
  <dcterms:modified xsi:type="dcterms:W3CDTF">2026-05-18T17:57:02Z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B5A0D002316B438FB961F97D90B71F90_13</vt:lpwstr>
  </property>
  <property fmtid="{D5CDD505-2E9C-101B-9397-08002B2CF9AE}" pid="3" name="KSOProductBuildVer">
    <vt:lpwstr>1033-12.1.0.26372</vt:lpwstr>
  </property>
</Properties>
</file>